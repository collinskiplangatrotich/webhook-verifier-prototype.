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4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BB0B3-FD51-7AEE-1A66-3789722D4F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DC8A2E-C393-6010-F191-C8DC68E3C3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EF918-0C3A-8EC9-A431-5ACF549D1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DD0ED-3F83-4373-91EC-69CB665371F7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D2C56-D45B-837E-ED2F-651E4635B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FB014-F16A-0339-3716-B582F4BB0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B4CF5-D621-4454-8760-B7F1EF406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024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EE354-DD5A-C096-74EB-0CBFD37BC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837D6-3E78-9BE8-82ED-F3A4B6BFA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F1714-0CD5-35B0-E995-6A5CE79BB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DD0ED-3F83-4373-91EC-69CB665371F7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124D6-D361-10B6-A39C-834AF8560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B2F06-FBA0-FFD2-8CA5-9D35325BC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B4CF5-D621-4454-8760-B7F1EF406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547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2FDF0-EC8E-D1A5-A991-52C030C9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956F05-7D89-36D3-5126-8668A6AC9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F13F9-27F0-76BA-AC71-16209FF32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DD0ED-3F83-4373-91EC-69CB665371F7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D8F48-B15B-F25D-50B7-54812AAD2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65504-0AAD-75BB-B980-534D42EF2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B4CF5-D621-4454-8760-B7F1EF406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71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B30CD-C4CF-E06F-5208-3C598EE03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225D2-0C37-A412-418C-EC4BB28E7B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307860-EFF1-596F-0986-61A975E2C7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B31389-E70F-BC60-60B6-9DFCC05A3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DD0ED-3F83-4373-91EC-69CB665371F7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56F9AC-7C5D-221F-F2B5-8518BA994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1DA033-FC30-93E0-F7F5-F2CFD8D2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B4CF5-D621-4454-8760-B7F1EF406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89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13204-D35E-44E7-C326-83B0AC053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FFBB1-6CE3-2192-88FB-C0A765F25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004492-1B74-7C24-E5D0-8975EBE184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68556E-184B-6AA7-2B9B-1A43D19FCF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56A297-D892-5F84-531A-C3E0CFE8DA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F6C076-FA3E-F9D5-90B3-BA4CF37E8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DD0ED-3F83-4373-91EC-69CB665371F7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8AFAA5-A7F1-6CA0-80DB-C54DB1662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005E46-038D-37E9-5793-A981303F3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B4CF5-D621-4454-8760-B7F1EF406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829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A4661-D0B1-9CE7-4948-F8D5FEEB7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4DFAEC-EB39-270E-8DC2-A3AAF7E1D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DD0ED-3F83-4373-91EC-69CB665371F7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6F3BA3-6952-28E1-0456-AF6133A3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6623E3-97B0-8925-EC03-E50CEE5DE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B4CF5-D621-4454-8760-B7F1EF406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882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BB9D60-DE05-B6D1-1F2D-207CC6516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DD0ED-3F83-4373-91EC-69CB665371F7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C4008F-92D3-F4DF-09D2-AD7960F42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1D181-3241-498D-5D64-843C25C1F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B4CF5-D621-4454-8760-B7F1EF406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674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9AE96-4BA3-9793-F04D-F9B9A513F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1F93D-ACCA-26BC-EC39-3199A7AC5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B953E4-279B-016A-58A3-A917C05CBB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0E5F08-0F32-7B6C-307E-E642F493D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DD0ED-3F83-4373-91EC-69CB665371F7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798DE6-5820-99A9-F6AC-F61C2AE1A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FF430A-9489-0EC8-EE16-AF716EB76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B4CF5-D621-4454-8760-B7F1EF406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211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1BB3C-2CE9-EF8A-9234-CC45FEE06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A672F4-A708-E94A-8C6B-AC37F18787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8C6FF-2D2C-E059-4216-FBF2CB49A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158111-597B-A57E-772A-C3FA2314B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DD0ED-3F83-4373-91EC-69CB665371F7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CAF86F-B619-4A2A-1BED-FB2A22F3F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B18006-B3B2-7EC7-D18F-DF2BFDFD8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B4CF5-D621-4454-8760-B7F1EF406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133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78B80-58EA-F597-5568-B0041C53A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9F91CB-BBDF-CEDF-8ECA-776109BF3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AEDF7-8EE6-68CA-D21A-97D639D5E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DD0ED-3F83-4373-91EC-69CB665371F7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DF3C0-8D0F-AA37-1B3F-AC3C4ABAC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4CB18-CDDF-BE2C-DA54-A5F558275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B4CF5-D621-4454-8760-B7F1EF406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144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3C6D9A-D869-9F3E-A3C4-1B33049B5C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EE3F40-A4C0-94B8-883A-B727B0A2DE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F823C-0BD9-5EBC-23DC-6C70A12E8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DD0ED-3F83-4373-91EC-69CB665371F7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AC6FF-7CB9-1366-4BB1-20CCDD8FF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A1A9C-3363-2235-0F39-B43C33B4D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B4CF5-D621-4454-8760-B7F1EF406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689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7A68FC-1B2C-8EE3-08F1-17194D775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E9844-77CF-883C-1FBB-46EB26132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CFAC9-21D2-482E-B3A0-7B1F2A1556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4DD0ED-3F83-4373-91EC-69CB665371F7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BC2DE-F1DB-2391-E7B4-734A5E8B1D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BC09F-9819-FC01-C260-AD45D2F4E3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8B4CF5-D621-4454-8760-B7F1EF406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759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0C21E-8D2E-F1CA-6A7E-908365AC37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Reflex: The Readiness Sprint</a:t>
            </a:r>
            <a:b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BD9C7A-7ABC-F61E-8FA1-6C832945B7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Day one (Freeze &amp; Storyboard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quote-cjk-patch"/>
                <a:ea typeface="+mj-ea"/>
                <a:cs typeface="+mj-cs"/>
              </a:rPr>
              <a:t>)</a:t>
            </a:r>
            <a:endParaRPr lang="en-US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9029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BAB83-6A94-5065-03EB-7FE1DB480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problem</a:t>
            </a:r>
            <a:b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Kenyan retailers lose thousands of shillings monthly due to lost or untracked deliveries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DF0D0-7A93-6BC2-3C49-277D0CDC0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500M+ Lost Annually in Kenya's Informal Delivery Chaos.</a:t>
            </a: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Retailers coordinate deliveries over WhatsApp &amp; phone calls - no paper trail.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proof of delivery: disputed orders, lost inventory, customer trust eroded.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Dispatchers waste 2+ hours daily manually tracking down rider status.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043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2CA3B-2C49-6CE8-D9BA-379A2AC32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The solution: Reflex: Offline-First Delivery Tracking with QR + Badge Verification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7CD006-1BF8-EBBB-91C4-37D47DBE96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486" y="1690688"/>
            <a:ext cx="6965532" cy="38024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A887C1-65E1-0FBB-4FD6-503D10F2652A}"/>
              </a:ext>
            </a:extLst>
          </p:cNvPr>
          <p:cNvSpPr txBox="1"/>
          <p:nvPr/>
        </p:nvSpPr>
        <p:spPr>
          <a:xfrm>
            <a:off x="7471018" y="1690688"/>
            <a:ext cx="4430930" cy="4006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1800" b="1" i="0" dirty="0">
                <a:solidFill>
                  <a:srgbClr val="0F1115"/>
                </a:solidFill>
                <a:effectLst/>
                <a:latin typeface="quote-cjk-patch"/>
              </a:rPr>
              <a:t>Asynchronous QR: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 Rider receives QR code even without internet - pre-generated and cached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1800" b="1" i="0" dirty="0">
                <a:solidFill>
                  <a:srgbClr val="0F1115"/>
                </a:solidFill>
                <a:effectLst/>
                <a:latin typeface="quote-cjk-patch"/>
              </a:rPr>
              <a:t>Badge Printing: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 Physical badges for riders/retailers - scan to verify identity without phone dependency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1800" b="1" i="0" dirty="0">
                <a:solidFill>
                  <a:srgbClr val="0F1115"/>
                </a:solidFill>
                <a:effectLst/>
                <a:latin typeface="quote-cjk-patch"/>
              </a:rPr>
              <a:t>Webhook Verification: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 Automatic notifications to payment systems, SMS gateways, and inventory when delivery status changes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705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8D9E6-5656-EFBB-5D38-72FC7C687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Architecture: </a:t>
            </a:r>
            <a:r>
              <a:rPr lang="en-US" sz="4400" b="0" i="0" dirty="0">
                <a:solidFill>
                  <a:srgbClr val="C00000"/>
                </a:solidFill>
                <a:effectLst/>
                <a:latin typeface="quote-cjk-patch"/>
              </a:rPr>
              <a:t>Offline-First Architecture with QR + Webhook Integration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6D31E6-0E05-1D20-11A9-FF279503AE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768" y="1690688"/>
            <a:ext cx="6535994" cy="35679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192B7B-C6C5-6ED1-053D-30E11AC8E2B4}"/>
              </a:ext>
            </a:extLst>
          </p:cNvPr>
          <p:cNvSpPr txBox="1"/>
          <p:nvPr/>
        </p:nvSpPr>
        <p:spPr>
          <a:xfrm>
            <a:off x="6754762" y="1690687"/>
            <a:ext cx="5437237" cy="4170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F1115"/>
                </a:solidFill>
                <a:effectLst/>
                <a:latin typeface="quote-cjk-patch"/>
              </a:rPr>
              <a:t>Frontend: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 React PWA (offline-capable with service workers)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F1115"/>
                </a:solidFill>
                <a:effectLst/>
                <a:latin typeface="quote-cjk-patch"/>
              </a:rPr>
              <a:t>Backend: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 Node.js + Express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F1115"/>
                </a:solidFill>
                <a:effectLst/>
                <a:latin typeface="quote-cjk-patch"/>
              </a:rPr>
              <a:t>Database: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 PostgreSQL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F1115"/>
                </a:solidFill>
                <a:effectLst/>
                <a:latin typeface="quote-cjk-patch"/>
              </a:rPr>
              <a:t>QR Queue: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 Redis/Bull for async QR generation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F1115"/>
                </a:solidFill>
                <a:effectLst/>
                <a:latin typeface="quote-cjk-patch"/>
              </a:rPr>
              <a:t>Webhook Queue: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 RabbitMQ/SQS for reliable external notifications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F1115"/>
                </a:solidFill>
                <a:effectLst/>
                <a:latin typeface="quote-cjk-patch"/>
              </a:rPr>
              <a:t>Badge Printing: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 Thermal printer integration (Zebra/Bluetooth)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F1115"/>
                </a:solidFill>
                <a:effectLst/>
                <a:latin typeface="quote-cjk-patch"/>
              </a:rPr>
              <a:t>Hosting: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 AWS/Azure with Kenya region</a:t>
            </a: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A8EBD2C6-E2B3-0BF0-4F89-5E6A7F582D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8768" y="1690687"/>
            <a:ext cx="6535994" cy="356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047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703DE-6661-2B43-0DAC-8E9AAEB5A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Trade-offs</a:t>
            </a:r>
            <a:r>
              <a:rPr lang="en-US" dirty="0"/>
              <a:t>: </a:t>
            </a:r>
            <a:r>
              <a:rPr lang="en-US" dirty="0">
                <a:solidFill>
                  <a:srgbClr val="C00000"/>
                </a:solidFill>
              </a:rPr>
              <a:t>Three Trade-offs We Accepted (And Why)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A44760-EB2A-3173-711E-C20AC9D7D0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2006600"/>
            <a:ext cx="9434704" cy="485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930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12253-55D7-F909-3794-7BE6447B9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The Roadmap: QR, Badges, and Webhooks to Scale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BB890C9-CE83-36E3-F1C2-C834CF1201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1011" y="1528455"/>
            <a:ext cx="10452789" cy="54126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BDDA8E-BD93-82A6-446C-1EFD279C3A04}"/>
              </a:ext>
            </a:extLst>
          </p:cNvPr>
          <p:cNvSpPr txBox="1"/>
          <p:nvPr/>
        </p:nvSpPr>
        <p:spPr>
          <a:xfrm>
            <a:off x="4129548" y="9586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991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233</Words>
  <Application>Microsoft Office PowerPoint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quote-cjk-patch</vt:lpstr>
      <vt:lpstr>Times New Roman</vt:lpstr>
      <vt:lpstr>Office Theme</vt:lpstr>
      <vt:lpstr>Reflex: The Readiness Sprint </vt:lpstr>
      <vt:lpstr>The problem Kenyan retailers lose thousands of shillings monthly due to lost or untracked deliveries. </vt:lpstr>
      <vt:lpstr>The solution: Reflex: Offline-First Delivery Tracking with QR + Badge Verification</vt:lpstr>
      <vt:lpstr>Architecture: Offline-First Architecture with QR + Webhook Integration</vt:lpstr>
      <vt:lpstr>Trade-offs: Three Trade-offs We Accepted (And Why)</vt:lpstr>
      <vt:lpstr>The Roadmap: QR, Badges, and Webhooks to Scale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SCALLY MANGA</dc:creator>
  <cp:lastModifiedBy>SCALLY MANGA</cp:lastModifiedBy>
  <cp:revision>11</cp:revision>
  <dcterms:created xsi:type="dcterms:W3CDTF">2026-08-30T08:39:07Z</dcterms:created>
  <dcterms:modified xsi:type="dcterms:W3CDTF">2026-08-30T11:07:04Z</dcterms:modified>
</cp:coreProperties>
</file>